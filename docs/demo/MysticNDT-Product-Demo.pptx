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Inspection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digital flow for South African NDT workshops — assign, inspect, supervise, L3 certify, deliver.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tenant: Apex NDT &amp; Engineering Services (Pty) Ltd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for owners · ops managers · quality leads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WhatsApp, and surprise expiry days.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live in notebooks and chat threads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tribal knowledge. Nobody sees open vs awaiting L3 vs delivered in one place.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461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and cal surprises hit at the gate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method certs, vision, or instrument cal only appear when a client or auditor asks.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release is the bottleneck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stall waiting for photos, signatures, and a clear approve / reject path.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flow: assign → inspect → supervise → L3 certify → deliver.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plans with compliance built 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Method-matched people and equipment. Blocked assign when certs, vision, or cal are not valid.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461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 stays on the job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Readings, defects, and photos travel with the report — not in a separate photo album.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signs once, client gets the certificate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review, approve or reject, digital sign-off, PDF path ready for dispatch.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roles. One continuous job lifecycle.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274320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planner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customers, equipment, dispatch, renewals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828800"/>
            <a:ext cx="274320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Lesego (L1)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technician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work, readings, photos, submit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828800"/>
            <a:ext cx="274320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Thabo (L2)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474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findings, complete &amp; 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1828800"/>
            <a:ext cx="274320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(L3)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authority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3474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review, certify, release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 overview — not a static board.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jobs, renewals, and active clients at a glance — SAQCC / ISO language.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1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JOBS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jobs. Filterable. Sortable. Ownable.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method, customer, and sort — UT / MT / PT / VT colour-coded.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2-admin-job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CREATE JOB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wizard that sets the job up right.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→ People → Procedure → Equipment → Review. Method drives eligibility.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3-admin-job-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certs never leave the yard.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assign for expired method cert, near-vision, or pending verification.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4-compliance-assign-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history that sales and QA both use.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/ current / future jobs, pass–fail stats, and View report on completed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6-admin-custom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RENEWALS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health in seconds.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· due soon · expired/blocked — filter by method, cert status, and level.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7-admin-inspe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job vs available — with cal truth.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cal, due soon, expired — Available, On Job, Locked Out before kit leaves store.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8-admin-equip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on a calendar, not a whiteboard photo.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view by inspection / due date; eligibility colours keep risk visible.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09-admin-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· LESEGO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cockpit: my jobs, my status.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Assigned, in progress, awaiting supervisor, revision required — tablet-ready.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11-tech-lesego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fail, photo — on the item.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and criteria next to the indication; photos stay on the weld / component.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13-tech-inspection-pho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CERTIFY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authority that unblocks the client.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certify or reject / request re-scan — digital signature ready for release.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207008"/>
            <a:ext cx="11350447" cy="5276088"/>
          </a:xfrm>
          <a:prstGeom prst="roundRect">
            <a:avLst>
              <a:gd name="adj" fmla="val 1040"/>
            </a:avLst>
          </a:prstGeom>
          <a:solidFill>
            <a:srgbClr val="0B1220"/>
          </a:solidFill>
          <a:ln/>
        </p:spPr>
      </p:sp>
      <p:pic>
        <p:nvPicPr>
          <p:cNvPr id="7" name="Image 0" descr="C:\Users\slim\Documents\mystic-ndt\docs\demo\screenshots\16-l3-review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16" y="1243584"/>
            <a:ext cx="9249664" cy="5202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Apex demo with your team.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Admin → Lesego → Thabo → Johan on a live seeded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compliance gates, field evidence, and L3 release in under 30 minutes.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43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4343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guided walkthrough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43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343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methods, certs &amp; cal rules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343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one crew / one client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MysticNDT  ·  Apex NDT demo  ·  Confidential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MysticNDT — Field Inspection &amp; Certification</dc:title>
  <dc:subject>Product demo for NDT company owners and quality leads</dc:subject>
  <dc:creator>MysticNDT</dc:creator>
  <cp:lastModifiedBy>MysticNDT</cp:lastModifiedBy>
  <cp:revision>1</cp:revision>
  <dcterms:created xsi:type="dcterms:W3CDTF">2026-10-21T16:36:16Z</dcterms:created>
  <dcterms:modified xsi:type="dcterms:W3CDTF">2026-10-21T16:36:16Z</dcterms:modified>
</cp:coreProperties>
</file>